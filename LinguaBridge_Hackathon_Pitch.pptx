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D2129"/>
                </a:solidFill>
                <a:latin typeface="Calibri"/>
              </a:defRPr>
            </a:pPr>
            <a:r>
              <a:t>LinguaBridge: Breaking Barriers, One Word at a Time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86069"/>
                </a:solidFill>
                <a:latin typeface="Calibri"/>
              </a:defRPr>
            </a:pPr>
            <a:r>
              <a:t>A Hackathon Project by [Your Team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594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86069"/>
                </a:solidFill>
                <a:latin typeface="Calibri"/>
              </a:defRPr>
            </a:pPr>
            <a:r>
              <a:t>Team Members: [List of Team Members]</a:t>
            </a:r>
            <a:br/>
            <a:r>
              <a:t>• [Name 1]</a:t>
            </a:r>
            <a:br/>
            <a:r>
              <a:t>• [Name 2]</a:t>
            </a:r>
            <a:br/>
            <a:r>
              <a:t>• [Name 3]</a:t>
            </a:r>
            <a:br/>
            <a:r>
              <a:t>• [Name 4]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828800"/>
            <a:ext cx="4297680" cy="32004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Modern, abstract image representing communication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The Growing Need for Seamless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Over 7,000 languages are spoken worldwide, and cross-border interactions are surging across business, travel, and education.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Limitations of current tools: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Inaccuracy and literal translations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Lack of context and nuance (idioms, slang, culture)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Unnatural-sounding outputs that hinder trust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Pain points: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Miscommunication in international business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Difficulties for travelers navigating foreign countries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Language barriers for students and researchers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Collage of diverse people struggling to communicate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Introducing LinguaBridge: Your Personal AI-Powered Translator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LinguaBridge is an AI-powered translation tool that provides real-time, context-aware, and natural-sounding translations in 100+ languages.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Addresses accuracy with transformer-based models fine-tuned for context and tone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Captures idioms, slang, and cultural nuance for human-like output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Works across text, voice, and images for end-to-end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3657600" cy="36576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Sleek mockup of logo + main interface on phone or laptop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What Makes LinguaBridge Unique?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Real-Time Translation: Instantly translate spoken and written text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Context-Aware Engine: Understands idioms, slang, and cultural nuances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Voice Translation: Natural-sounding voice output in multiple accents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Image Translation: Translate text from images via camera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Offline Mode: Access translations without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Infographic or icons representing each feature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The Technology Behind the Magic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Frontend: React Native for cross-platform mobile development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Backend: Python with FastAPI for high-performance REST APIs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AI/ML Models: Transformer-based models fine-tuned for domain and context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APIs: Custom NMT pipeline integrated with Google Translate API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Database: MongoDB for flexible document storage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Architecture: Secure REST APIs, streaming for low-latency speech, on-device models for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0" y="1463040"/>
            <a:ext cx="4572000" cy="384048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Simple system 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See LinguaBridge in Action!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Short video or live walkthrough of: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Text-to-text translation highlighting context-aware phrasing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Voice input to voice output in a different language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Image capture and instant text translation overlay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03120"/>
            <a:ext cx="9144000" cy="301752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Large screenshot or video still of main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A World Without Language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Target users: Travelers, business professionals, students/researchers, content creators, NGOs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Market size: Global language services market: $56B+ and growing at 7.5% CAGR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Expansion drivers: Globalization, remote work, international collaboration, creator economy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Go-to-market: Freemium app + B2B partnerships + API for enterprise integrations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Simple chart showing market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How We'll Sustain and Grow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Freemium: Core features free; Premium unlocks offline mode, unlimited translations, advanced voices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LinguaBridge for Business: Custom features, admin controls, SSO, analytics, SLA, API access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Partnerships: Travel agencies, educational institutions, international corporations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Future revenue: Usage-based API billing, team plans, domain-adapted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Revenue model flowchart or pie 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From Hackathon to Market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Phase 1 (Months 1-3): MVP development, core translation engine, basic mobile app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Phase 2 (Months 4-6): Voice features, image translation, user testing &amp; feedback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Phase 3 (Months 7-9): Offline mode, premium features, business partnerships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Phase 4 (Months 10-12): API launch, enterprise solutions, international expansion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Beyond Year 1: Advanced AI features, specialized industry solutions, acquisition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Timeline or milestone roadmap graphic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2129"/>
                </a:solidFill>
                <a:latin typeface="Calibri"/>
              </a:defRPr>
            </a:pPr>
            <a:r>
              <a:t>Let's Break Down Language Barriers Together!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We're looking for: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Investors who believe in global communication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Technical advisors with AI/ML expertise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Strategic partners in education, travel, and business</a:t>
            </a:r>
          </a:p>
          <a:p>
            <a:pPr lvl="1">
              <a:defRPr sz="1800">
                <a:solidFill>
                  <a:srgbClr val="1D2129"/>
                </a:solidFill>
                <a:latin typeface="Calibri"/>
              </a:defRPr>
            </a:pPr>
            <a:r>
              <a:t>Early adopters to shape our product roadmap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Contact us: [your-email@example.com]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Follow our journey: [social-media-handles]</a:t>
            </a:r>
          </a:p>
          <a:p>
            <a:pPr>
              <a:defRPr sz="2000">
                <a:solidFill>
                  <a:srgbClr val="1D2129"/>
                </a:solidFill>
                <a:latin typeface="Calibri"/>
              </a:defRPr>
            </a:pPr>
            <a:r>
              <a:t>Thank you for your time and consideration!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2286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4389120" cy="3657600"/>
          </a:xfrm>
          <a:prstGeom prst="rect">
            <a:avLst/>
          </a:prstGeom>
          <a:solidFill>
            <a:srgbClr val="F2F5F8"/>
          </a:solidFill>
          <a:ln w="15875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86069"/>
                </a:solidFill>
                <a:latin typeface="Calibri"/>
              </a:defRPr>
            </a:pPr>
            <a:r>
              <a:t>Visual: Team photo or contact information graphic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